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6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3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9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6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6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0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2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7DC1C-6557-4B34-8F06-2698E744C41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9DD23-A229-4461-AAA9-411CB538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8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3560" y="112885"/>
            <a:ext cx="1845994" cy="13731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64145" y="3728291"/>
            <a:ext cx="668215" cy="6242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553802" y="2187103"/>
            <a:ext cx="590535" cy="56810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23851" y="518899"/>
            <a:ext cx="597469" cy="58378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9" idx="6"/>
            <a:endCxn id="4" idx="1"/>
          </p:cNvCxnSpPr>
          <p:nvPr/>
        </p:nvCxnSpPr>
        <p:spPr>
          <a:xfrm flipV="1">
            <a:off x="1221320" y="799438"/>
            <a:ext cx="1302240" cy="113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6"/>
          </p:cNvCxnSpPr>
          <p:nvPr/>
        </p:nvCxnSpPr>
        <p:spPr>
          <a:xfrm>
            <a:off x="2532360" y="4040418"/>
            <a:ext cx="97796" cy="182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530609" y="3523519"/>
            <a:ext cx="668215" cy="6242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059680" y="2029925"/>
            <a:ext cx="668215" cy="6242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528288" y="536330"/>
            <a:ext cx="668215" cy="62425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773039" y="138793"/>
            <a:ext cx="1407954" cy="46376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396653" y="104003"/>
            <a:ext cx="1591020" cy="13731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799098" y="452802"/>
            <a:ext cx="1048362" cy="43511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846649" y="1102683"/>
            <a:ext cx="31490" cy="55794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837609" y="2769973"/>
            <a:ext cx="68181" cy="39006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2198252" y="4356055"/>
            <a:ext cx="21448" cy="23347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79333" y="6682154"/>
            <a:ext cx="112166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12096012" y="2519751"/>
            <a:ext cx="17598" cy="41624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 flipV="1">
            <a:off x="11812961" y="2519751"/>
            <a:ext cx="318923" cy="5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7393366" y="2659673"/>
            <a:ext cx="2065" cy="40224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840539" y="4147773"/>
            <a:ext cx="20581" cy="2522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9" idx="2"/>
          </p:cNvCxnSpPr>
          <p:nvPr/>
        </p:nvCxnSpPr>
        <p:spPr>
          <a:xfrm>
            <a:off x="0" y="790556"/>
            <a:ext cx="623851" cy="202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8" idx="2"/>
          </p:cNvCxnSpPr>
          <p:nvPr/>
        </p:nvCxnSpPr>
        <p:spPr>
          <a:xfrm>
            <a:off x="1035549" y="2471154"/>
            <a:ext cx="51825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5335794" y="4803942"/>
            <a:ext cx="12122" cy="865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6179346" y="2336556"/>
            <a:ext cx="88802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18" idx="2"/>
          </p:cNvCxnSpPr>
          <p:nvPr/>
        </p:nvCxnSpPr>
        <p:spPr>
          <a:xfrm flipV="1">
            <a:off x="6196374" y="3835646"/>
            <a:ext cx="1334235" cy="14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6166704" y="848459"/>
            <a:ext cx="400053" cy="109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23" idx="6"/>
          </p:cNvCxnSpPr>
          <p:nvPr/>
        </p:nvCxnSpPr>
        <p:spPr>
          <a:xfrm flipV="1">
            <a:off x="7196503" y="842964"/>
            <a:ext cx="1230375" cy="54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21" idx="6"/>
          </p:cNvCxnSpPr>
          <p:nvPr/>
        </p:nvCxnSpPr>
        <p:spPr>
          <a:xfrm>
            <a:off x="7727895" y="2342052"/>
            <a:ext cx="698983" cy="43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8198824" y="3835646"/>
            <a:ext cx="1978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146" idx="3"/>
          </p:cNvCxnSpPr>
          <p:nvPr/>
        </p:nvCxnSpPr>
        <p:spPr>
          <a:xfrm flipV="1">
            <a:off x="10025726" y="2289583"/>
            <a:ext cx="773372" cy="5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10050351" y="853952"/>
            <a:ext cx="7185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10192480" y="3823667"/>
            <a:ext cx="606618" cy="75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Box 8"/>
          <p:cNvSpPr txBox="1"/>
          <p:nvPr/>
        </p:nvSpPr>
        <p:spPr>
          <a:xfrm>
            <a:off x="2685284" y="1879578"/>
            <a:ext cx="1670288" cy="91853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position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ASTSMC</a:t>
            </a:r>
          </a:p>
        </p:txBody>
      </p:sp>
      <p:sp>
        <p:nvSpPr>
          <p:cNvPr id="83" name="Text Box 11"/>
          <p:cNvSpPr txBox="1"/>
          <p:nvPr/>
        </p:nvSpPr>
        <p:spPr>
          <a:xfrm>
            <a:off x="2589732" y="155569"/>
            <a:ext cx="1683461" cy="126997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position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ASTSMC</a:t>
            </a:r>
          </a:p>
        </p:txBody>
      </p:sp>
      <p:sp>
        <p:nvSpPr>
          <p:cNvPr id="84" name="Text Box 13"/>
          <p:cNvSpPr txBox="1"/>
          <p:nvPr/>
        </p:nvSpPr>
        <p:spPr>
          <a:xfrm>
            <a:off x="2686111" y="3450959"/>
            <a:ext cx="1692453" cy="107249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 position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ASTSMC</a:t>
            </a:r>
          </a:p>
        </p:txBody>
      </p:sp>
      <p:sp>
        <p:nvSpPr>
          <p:cNvPr id="85" name="Text Box 30"/>
          <p:cNvSpPr txBox="1"/>
          <p:nvPr/>
        </p:nvSpPr>
        <p:spPr>
          <a:xfrm>
            <a:off x="4825327" y="221386"/>
            <a:ext cx="1315763" cy="436641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Virtual Control Input Converted to Desired Quaternions</a:t>
            </a:r>
          </a:p>
        </p:txBody>
      </p:sp>
      <p:sp>
        <p:nvSpPr>
          <p:cNvPr id="86" name="Text Box 95"/>
          <p:cNvSpPr txBox="1"/>
          <p:nvPr/>
        </p:nvSpPr>
        <p:spPr>
          <a:xfrm>
            <a:off x="8459331" y="235171"/>
            <a:ext cx="1454949" cy="101536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ASTSMC</a:t>
            </a:r>
          </a:p>
        </p:txBody>
      </p:sp>
      <p:sp>
        <p:nvSpPr>
          <p:cNvPr id="87" name="Text Box 98"/>
          <p:cNvSpPr txBox="1"/>
          <p:nvPr/>
        </p:nvSpPr>
        <p:spPr>
          <a:xfrm>
            <a:off x="8495357" y="1870232"/>
            <a:ext cx="1472186" cy="99386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ASTSMC</a:t>
            </a:r>
          </a:p>
        </p:txBody>
      </p:sp>
      <p:sp>
        <p:nvSpPr>
          <p:cNvPr id="88" name="Text Box 99"/>
          <p:cNvSpPr txBox="1"/>
          <p:nvPr/>
        </p:nvSpPr>
        <p:spPr>
          <a:xfrm>
            <a:off x="8453809" y="3189278"/>
            <a:ext cx="1490119" cy="1031318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ASTSMC</a:t>
            </a:r>
          </a:p>
        </p:txBody>
      </p:sp>
      <p:sp>
        <p:nvSpPr>
          <p:cNvPr id="89" name="Text Box 32"/>
          <p:cNvSpPr txBox="1"/>
          <p:nvPr/>
        </p:nvSpPr>
        <p:spPr>
          <a:xfrm>
            <a:off x="10873038" y="1747935"/>
            <a:ext cx="939923" cy="117284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Plant</a:t>
            </a:r>
          </a:p>
        </p:txBody>
      </p:sp>
      <p:sp>
        <p:nvSpPr>
          <p:cNvPr id="90" name="Text Box 131"/>
          <p:cNvSpPr txBox="1"/>
          <p:nvPr/>
        </p:nvSpPr>
        <p:spPr>
          <a:xfrm flipV="1">
            <a:off x="2057770" y="4803942"/>
            <a:ext cx="307340" cy="39068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Text Box 130"/>
          <p:cNvSpPr txBox="1"/>
          <p:nvPr/>
        </p:nvSpPr>
        <p:spPr>
          <a:xfrm rot="10800000" flipV="1">
            <a:off x="1694957" y="3037514"/>
            <a:ext cx="307340" cy="42259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3" name="Text Box 161"/>
          <p:cNvSpPr txBox="1"/>
          <p:nvPr/>
        </p:nvSpPr>
        <p:spPr>
          <a:xfrm flipH="1">
            <a:off x="924032" y="2182351"/>
            <a:ext cx="482317" cy="43599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4" name="Text Box 160"/>
          <p:cNvSpPr txBox="1"/>
          <p:nvPr/>
        </p:nvSpPr>
        <p:spPr>
          <a:xfrm flipH="1">
            <a:off x="-5647" y="450581"/>
            <a:ext cx="506322" cy="69573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5" name="Text Box 129"/>
          <p:cNvSpPr txBox="1"/>
          <p:nvPr/>
        </p:nvSpPr>
        <p:spPr>
          <a:xfrm rot="10800000" flipV="1">
            <a:off x="724455" y="1454990"/>
            <a:ext cx="436753" cy="374707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6" name="Text Box 171"/>
          <p:cNvSpPr txBox="1"/>
          <p:nvPr/>
        </p:nvSpPr>
        <p:spPr>
          <a:xfrm>
            <a:off x="10086757" y="3249672"/>
            <a:ext cx="613256" cy="47202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 Box 167"/>
          <p:cNvSpPr txBox="1"/>
          <p:nvPr/>
        </p:nvSpPr>
        <p:spPr>
          <a:xfrm>
            <a:off x="10063853" y="344075"/>
            <a:ext cx="659064" cy="46070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Box 172"/>
          <p:cNvSpPr txBox="1"/>
          <p:nvPr/>
        </p:nvSpPr>
        <p:spPr>
          <a:xfrm>
            <a:off x="10075268" y="1782314"/>
            <a:ext cx="650954" cy="41502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4445714" y="4040418"/>
            <a:ext cx="3484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2164857" y="6614232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845454" y="6602663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1835349" y="6606621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7790781" y="6580434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7334415" y="6578744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6816350" y="6594865"/>
            <a:ext cx="140678" cy="1358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 Box 153"/>
          <p:cNvSpPr txBox="1"/>
          <p:nvPr/>
        </p:nvSpPr>
        <p:spPr>
          <a:xfrm>
            <a:off x="6269067" y="2074629"/>
            <a:ext cx="643572" cy="41009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6" name="Text Box 127"/>
          <p:cNvSpPr txBox="1"/>
          <p:nvPr/>
        </p:nvSpPr>
        <p:spPr>
          <a:xfrm>
            <a:off x="7122967" y="2821704"/>
            <a:ext cx="580094" cy="47314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7" name="Text Box 128"/>
          <p:cNvSpPr txBox="1"/>
          <p:nvPr/>
        </p:nvSpPr>
        <p:spPr>
          <a:xfrm>
            <a:off x="7591767" y="5194471"/>
            <a:ext cx="549526" cy="524863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8" name="Text Box 152"/>
          <p:cNvSpPr txBox="1"/>
          <p:nvPr/>
        </p:nvSpPr>
        <p:spPr>
          <a:xfrm>
            <a:off x="6225361" y="61471"/>
            <a:ext cx="624349" cy="459362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 Box 154"/>
          <p:cNvSpPr txBox="1"/>
          <p:nvPr/>
        </p:nvSpPr>
        <p:spPr>
          <a:xfrm>
            <a:off x="6220106" y="3544827"/>
            <a:ext cx="640642" cy="516874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0" name="Text Box 174"/>
          <p:cNvSpPr txBox="1"/>
          <p:nvPr/>
        </p:nvSpPr>
        <p:spPr>
          <a:xfrm flipH="1">
            <a:off x="5043443" y="5630993"/>
            <a:ext cx="867146" cy="385165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φ</a:t>
            </a:r>
            <a:r>
              <a:rPr lang="en-US" sz="2400" baseline="-25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5" name="Straight Arrow Connector 124"/>
          <p:cNvCxnSpPr/>
          <p:nvPr/>
        </p:nvCxnSpPr>
        <p:spPr>
          <a:xfrm>
            <a:off x="977811" y="4040418"/>
            <a:ext cx="88802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 Box 180"/>
          <p:cNvSpPr txBox="1"/>
          <p:nvPr/>
        </p:nvSpPr>
        <p:spPr>
          <a:xfrm>
            <a:off x="9996979" y="4201956"/>
            <a:ext cx="728149" cy="47085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</a:t>
            </a:r>
            <a:r>
              <a:rPr lang="en-US" sz="2400" baseline="-25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27" name="Straight Arrow Connector 126"/>
          <p:cNvCxnSpPr/>
          <p:nvPr/>
        </p:nvCxnSpPr>
        <p:spPr>
          <a:xfrm flipV="1">
            <a:off x="6196374" y="4718508"/>
            <a:ext cx="4572499" cy="175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Minus 135"/>
          <p:cNvSpPr/>
          <p:nvPr/>
        </p:nvSpPr>
        <p:spPr>
          <a:xfrm>
            <a:off x="811971" y="854990"/>
            <a:ext cx="207643" cy="26390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Plus 139"/>
          <p:cNvSpPr/>
          <p:nvPr/>
        </p:nvSpPr>
        <p:spPr>
          <a:xfrm>
            <a:off x="655662" y="680166"/>
            <a:ext cx="139691" cy="2132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2581492" y="3362989"/>
            <a:ext cx="1829755" cy="13731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2537833" y="1780441"/>
            <a:ext cx="1845994" cy="13731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lus 103"/>
          <p:cNvSpPr/>
          <p:nvPr/>
        </p:nvSpPr>
        <p:spPr>
          <a:xfrm>
            <a:off x="1607059" y="2397301"/>
            <a:ext cx="139691" cy="2132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Minus 104"/>
          <p:cNvSpPr/>
          <p:nvPr/>
        </p:nvSpPr>
        <p:spPr>
          <a:xfrm>
            <a:off x="1754578" y="2519751"/>
            <a:ext cx="207643" cy="26390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/>
          <p:cNvCxnSpPr>
            <a:stCxn id="8" idx="6"/>
            <a:endCxn id="103" idx="1"/>
          </p:cNvCxnSpPr>
          <p:nvPr/>
        </p:nvCxnSpPr>
        <p:spPr>
          <a:xfrm flipV="1">
            <a:off x="2144337" y="2466994"/>
            <a:ext cx="393496" cy="41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Minus 121"/>
          <p:cNvSpPr/>
          <p:nvPr/>
        </p:nvSpPr>
        <p:spPr>
          <a:xfrm>
            <a:off x="2088375" y="4094901"/>
            <a:ext cx="207643" cy="26390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lus 122"/>
          <p:cNvSpPr/>
          <p:nvPr/>
        </p:nvSpPr>
        <p:spPr>
          <a:xfrm>
            <a:off x="1906182" y="3940098"/>
            <a:ext cx="139691" cy="2132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8434706" y="1603544"/>
            <a:ext cx="1591020" cy="13731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8426878" y="3074336"/>
            <a:ext cx="1591020" cy="13731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Plus 147"/>
          <p:cNvSpPr/>
          <p:nvPr/>
        </p:nvSpPr>
        <p:spPr>
          <a:xfrm>
            <a:off x="7092466" y="2253015"/>
            <a:ext cx="139691" cy="2132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Plus 148"/>
          <p:cNvSpPr/>
          <p:nvPr/>
        </p:nvSpPr>
        <p:spPr>
          <a:xfrm>
            <a:off x="7545168" y="3731411"/>
            <a:ext cx="139691" cy="2132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Plus 149"/>
          <p:cNvSpPr/>
          <p:nvPr/>
        </p:nvSpPr>
        <p:spPr>
          <a:xfrm>
            <a:off x="6551341" y="758822"/>
            <a:ext cx="139691" cy="2132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Minus 150"/>
          <p:cNvSpPr/>
          <p:nvPr/>
        </p:nvSpPr>
        <p:spPr>
          <a:xfrm>
            <a:off x="7724814" y="3917495"/>
            <a:ext cx="207643" cy="26390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Minus 151"/>
          <p:cNvSpPr/>
          <p:nvPr/>
        </p:nvSpPr>
        <p:spPr>
          <a:xfrm>
            <a:off x="7310630" y="2401731"/>
            <a:ext cx="207643" cy="26390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Minus 152"/>
          <p:cNvSpPr/>
          <p:nvPr/>
        </p:nvSpPr>
        <p:spPr>
          <a:xfrm>
            <a:off x="6754550" y="919157"/>
            <a:ext cx="207643" cy="263909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Connector 153"/>
          <p:cNvCxnSpPr/>
          <p:nvPr/>
        </p:nvCxnSpPr>
        <p:spPr>
          <a:xfrm>
            <a:off x="6864019" y="1194636"/>
            <a:ext cx="3845" cy="54961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 Box 180"/>
          <p:cNvSpPr txBox="1"/>
          <p:nvPr/>
        </p:nvSpPr>
        <p:spPr>
          <a:xfrm>
            <a:off x="6491669" y="1454990"/>
            <a:ext cx="830867" cy="470859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</a:t>
            </a:r>
            <a:r>
              <a:rPr lang="en-US" sz="2400" baseline="-250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Text Box 161"/>
          <p:cNvSpPr txBox="1"/>
          <p:nvPr/>
        </p:nvSpPr>
        <p:spPr>
          <a:xfrm flipH="1">
            <a:off x="954282" y="3711783"/>
            <a:ext cx="482317" cy="435990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r>
              <a:rPr lang="en-US" sz="2400" baseline="-250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endParaRPr lang="en-U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>
            <a:stCxn id="4" idx="3"/>
          </p:cNvCxnSpPr>
          <p:nvPr/>
        </p:nvCxnSpPr>
        <p:spPr>
          <a:xfrm>
            <a:off x="4369554" y="799438"/>
            <a:ext cx="424621" cy="113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4385797" y="2498228"/>
            <a:ext cx="424621" cy="113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32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40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MUSA DAUD</dc:creator>
  <cp:lastModifiedBy>MUSA DAUD</cp:lastModifiedBy>
  <cp:revision>103</cp:revision>
  <dcterms:created xsi:type="dcterms:W3CDTF">2025-10-06T10:13:10Z</dcterms:created>
  <dcterms:modified xsi:type="dcterms:W3CDTF">2026-01-18T18:53:39Z</dcterms:modified>
</cp:coreProperties>
</file>