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6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3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9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6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6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0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2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7DC1C-6557-4B34-8F06-2698E744C41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8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3298144" y="1212721"/>
            <a:ext cx="1383621" cy="17889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3301287" y="3212897"/>
            <a:ext cx="1380478" cy="18910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3301287" y="5251254"/>
            <a:ext cx="1380478" cy="133705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2382716" y="5596743"/>
            <a:ext cx="668215" cy="6242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979898" y="3858812"/>
            <a:ext cx="532937" cy="62903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1075177" y="1852440"/>
            <a:ext cx="559446" cy="57576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/>
          <p:cNvCxnSpPr>
            <a:stCxn id="121" idx="6"/>
            <a:endCxn id="103" idx="1"/>
          </p:cNvCxnSpPr>
          <p:nvPr/>
        </p:nvCxnSpPr>
        <p:spPr>
          <a:xfrm flipV="1">
            <a:off x="1634623" y="2107202"/>
            <a:ext cx="1663521" cy="331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07" idx="6"/>
            <a:endCxn id="104" idx="1"/>
          </p:cNvCxnSpPr>
          <p:nvPr/>
        </p:nvCxnSpPr>
        <p:spPr>
          <a:xfrm flipV="1">
            <a:off x="2512835" y="4158417"/>
            <a:ext cx="788452" cy="149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06" idx="6"/>
          </p:cNvCxnSpPr>
          <p:nvPr/>
        </p:nvCxnSpPr>
        <p:spPr>
          <a:xfrm>
            <a:off x="3050931" y="5908870"/>
            <a:ext cx="26377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6273658" y="1765348"/>
            <a:ext cx="2147534" cy="482295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0323292" y="1664147"/>
            <a:ext cx="1274884" cy="4135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>
            <a:off x="1292194" y="2425787"/>
            <a:ext cx="44566" cy="42695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2277585" y="4487849"/>
            <a:ext cx="17464" cy="22074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106" idx="4"/>
          </p:cNvCxnSpPr>
          <p:nvPr/>
        </p:nvCxnSpPr>
        <p:spPr>
          <a:xfrm flipH="1">
            <a:off x="2716823" y="6220997"/>
            <a:ext cx="1" cy="4743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1336760" y="6695343"/>
            <a:ext cx="10547969" cy="74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11869608" y="3371849"/>
            <a:ext cx="14314" cy="339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flipH="1">
            <a:off x="11598176" y="3371849"/>
            <a:ext cx="28574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29351" y="2177199"/>
            <a:ext cx="657227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>
            <a:endCxn id="107" idx="2"/>
          </p:cNvCxnSpPr>
          <p:nvPr/>
        </p:nvCxnSpPr>
        <p:spPr>
          <a:xfrm flipV="1">
            <a:off x="1490992" y="4173331"/>
            <a:ext cx="488906" cy="88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432089" y="3563792"/>
            <a:ext cx="18134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8406112" y="2758260"/>
            <a:ext cx="1918648" cy="135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 flipV="1">
            <a:off x="8412442" y="4515758"/>
            <a:ext cx="1862193" cy="153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 Box 32"/>
          <p:cNvSpPr txBox="1"/>
          <p:nvPr/>
        </p:nvSpPr>
        <p:spPr>
          <a:xfrm>
            <a:off x="10512613" y="3251290"/>
            <a:ext cx="1027636" cy="117284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Plant</a:t>
            </a:r>
          </a:p>
        </p:txBody>
      </p:sp>
      <p:sp>
        <p:nvSpPr>
          <p:cNvPr id="176" name="Text Box 131"/>
          <p:cNvSpPr txBox="1"/>
          <p:nvPr/>
        </p:nvSpPr>
        <p:spPr>
          <a:xfrm rot="10800000" flipV="1">
            <a:off x="2560304" y="6232976"/>
            <a:ext cx="296557" cy="36284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Text Box 130"/>
          <p:cNvSpPr txBox="1"/>
          <p:nvPr/>
        </p:nvSpPr>
        <p:spPr>
          <a:xfrm rot="10800000" flipV="1">
            <a:off x="2143070" y="4799971"/>
            <a:ext cx="307340" cy="45181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9" name="Text Box 161"/>
          <p:cNvSpPr txBox="1"/>
          <p:nvPr/>
        </p:nvSpPr>
        <p:spPr>
          <a:xfrm rot="10800000" flipH="1" flipV="1">
            <a:off x="1345119" y="3820398"/>
            <a:ext cx="526489" cy="71073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0" name="Text Box 160"/>
          <p:cNvSpPr txBox="1"/>
          <p:nvPr/>
        </p:nvSpPr>
        <p:spPr>
          <a:xfrm flipH="1">
            <a:off x="210051" y="1873777"/>
            <a:ext cx="598845" cy="46058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1" name="Text Box 129"/>
          <p:cNvSpPr txBox="1"/>
          <p:nvPr/>
        </p:nvSpPr>
        <p:spPr>
          <a:xfrm rot="10800000" flipV="1">
            <a:off x="1118355" y="2683960"/>
            <a:ext cx="487647" cy="36991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2" name="Text Box 171"/>
          <p:cNvSpPr txBox="1"/>
          <p:nvPr/>
        </p:nvSpPr>
        <p:spPr>
          <a:xfrm>
            <a:off x="9214338" y="4274617"/>
            <a:ext cx="572923" cy="35595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Text Box 167"/>
          <p:cNvSpPr txBox="1"/>
          <p:nvPr/>
        </p:nvSpPr>
        <p:spPr>
          <a:xfrm>
            <a:off x="8993714" y="2486968"/>
            <a:ext cx="777071" cy="55610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 Box 172"/>
          <p:cNvSpPr txBox="1"/>
          <p:nvPr/>
        </p:nvSpPr>
        <p:spPr>
          <a:xfrm>
            <a:off x="9031114" y="3277264"/>
            <a:ext cx="696552" cy="45438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85" name="Straight Arrow Connector 184"/>
          <p:cNvCxnSpPr/>
          <p:nvPr/>
        </p:nvCxnSpPr>
        <p:spPr>
          <a:xfrm flipV="1">
            <a:off x="5312766" y="683486"/>
            <a:ext cx="956739" cy="9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/>
          <p:nvPr/>
        </p:nvCxnSpPr>
        <p:spPr>
          <a:xfrm>
            <a:off x="4689573" y="5819484"/>
            <a:ext cx="1573061" cy="29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stCxn id="103" idx="3"/>
          </p:cNvCxnSpPr>
          <p:nvPr/>
        </p:nvCxnSpPr>
        <p:spPr>
          <a:xfrm>
            <a:off x="4681765" y="2107202"/>
            <a:ext cx="1651500" cy="231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2224710" y="6606141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1264798" y="6627422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2646484" y="6639400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 Box 174"/>
          <p:cNvSpPr txBox="1"/>
          <p:nvPr/>
        </p:nvSpPr>
        <p:spPr>
          <a:xfrm flipH="1">
            <a:off x="5412812" y="1376533"/>
            <a:ext cx="503574" cy="342266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φ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6" name="Minus 205"/>
          <p:cNvSpPr/>
          <p:nvPr/>
        </p:nvSpPr>
        <p:spPr>
          <a:xfrm>
            <a:off x="1224603" y="2189019"/>
            <a:ext cx="180873" cy="270113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Plus 209"/>
          <p:cNvSpPr/>
          <p:nvPr/>
        </p:nvSpPr>
        <p:spPr>
          <a:xfrm>
            <a:off x="1091845" y="2081149"/>
            <a:ext cx="125725" cy="192100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 Box 8"/>
          <p:cNvSpPr txBox="1"/>
          <p:nvPr/>
        </p:nvSpPr>
        <p:spPr>
          <a:xfrm>
            <a:off x="3377551" y="1375439"/>
            <a:ext cx="1215615" cy="1456545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 sliding surface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322269" y="38885"/>
            <a:ext cx="1298585" cy="10168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Text Box 52"/>
          <p:cNvSpPr txBox="1"/>
          <p:nvPr/>
        </p:nvSpPr>
        <p:spPr>
          <a:xfrm>
            <a:off x="3461570" y="273791"/>
            <a:ext cx="1037291" cy="29229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PSO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Text Box 11"/>
          <p:cNvSpPr txBox="1"/>
          <p:nvPr/>
        </p:nvSpPr>
        <p:spPr>
          <a:xfrm>
            <a:off x="3392474" y="3419315"/>
            <a:ext cx="1222729" cy="147231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 sliding surface</a:t>
            </a:r>
          </a:p>
        </p:txBody>
      </p:sp>
      <p:sp>
        <p:nvSpPr>
          <p:cNvPr id="220" name="Text Box 13"/>
          <p:cNvSpPr txBox="1"/>
          <p:nvPr/>
        </p:nvSpPr>
        <p:spPr>
          <a:xfrm>
            <a:off x="3377723" y="5326634"/>
            <a:ext cx="1237479" cy="1131941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 sliding surface</a:t>
            </a:r>
          </a:p>
        </p:txBody>
      </p:sp>
      <p:cxnSp>
        <p:nvCxnSpPr>
          <p:cNvPr id="224" name="Straight Arrow Connector 223"/>
          <p:cNvCxnSpPr/>
          <p:nvPr/>
        </p:nvCxnSpPr>
        <p:spPr>
          <a:xfrm flipV="1">
            <a:off x="1596575" y="227067"/>
            <a:ext cx="1730105" cy="112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 flipV="1">
            <a:off x="1594049" y="5928757"/>
            <a:ext cx="831115" cy="1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>
            <a:off x="2303585" y="566089"/>
            <a:ext cx="10186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 Box 47"/>
          <p:cNvSpPr txBox="1"/>
          <p:nvPr/>
        </p:nvSpPr>
        <p:spPr>
          <a:xfrm flipH="1">
            <a:off x="2457286" y="578924"/>
            <a:ext cx="491495" cy="27898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8" name="Text Box 45"/>
          <p:cNvSpPr txBox="1"/>
          <p:nvPr/>
        </p:nvSpPr>
        <p:spPr>
          <a:xfrm flipH="1">
            <a:off x="1871608" y="263732"/>
            <a:ext cx="573373" cy="41057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9" name="Text Box 28"/>
          <p:cNvSpPr txBox="1"/>
          <p:nvPr/>
        </p:nvSpPr>
        <p:spPr>
          <a:xfrm flipH="1">
            <a:off x="1061020" y="-1"/>
            <a:ext cx="535555" cy="400837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0" name="Text Box 30"/>
          <p:cNvSpPr txBox="1"/>
          <p:nvPr/>
        </p:nvSpPr>
        <p:spPr>
          <a:xfrm>
            <a:off x="6386812" y="2404660"/>
            <a:ext cx="1908198" cy="287600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 Twisting sliding mode control algorithm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269506" y="38885"/>
            <a:ext cx="2147534" cy="16465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2" name="Straight Connector 231"/>
          <p:cNvCxnSpPr/>
          <p:nvPr/>
        </p:nvCxnSpPr>
        <p:spPr>
          <a:xfrm flipH="1">
            <a:off x="5312766" y="674307"/>
            <a:ext cx="11384" cy="5145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>
            <a:stCxn id="104" idx="3"/>
          </p:cNvCxnSpPr>
          <p:nvPr/>
        </p:nvCxnSpPr>
        <p:spPr>
          <a:xfrm flipV="1">
            <a:off x="4681765" y="4149626"/>
            <a:ext cx="1618470" cy="8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5242427" y="4067987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/>
          <p:cNvSpPr/>
          <p:nvPr/>
        </p:nvSpPr>
        <p:spPr>
          <a:xfrm>
            <a:off x="5227872" y="5738694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/>
          <p:cNvSpPr/>
          <p:nvPr/>
        </p:nvSpPr>
        <p:spPr>
          <a:xfrm>
            <a:off x="5254809" y="615565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7" name="Straight Arrow Connector 236"/>
          <p:cNvCxnSpPr/>
          <p:nvPr/>
        </p:nvCxnSpPr>
        <p:spPr>
          <a:xfrm>
            <a:off x="5407121" y="1845103"/>
            <a:ext cx="88802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31" idx="3"/>
          </p:cNvCxnSpPr>
          <p:nvPr/>
        </p:nvCxnSpPr>
        <p:spPr>
          <a:xfrm>
            <a:off x="8417040" y="862167"/>
            <a:ext cx="1426389" cy="29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421192" y="891616"/>
            <a:ext cx="1422237" cy="18666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5828485" y="4917298"/>
            <a:ext cx="442974" cy="723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217" idx="2"/>
            <a:endCxn id="103" idx="0"/>
          </p:cNvCxnSpPr>
          <p:nvPr/>
        </p:nvCxnSpPr>
        <p:spPr>
          <a:xfrm>
            <a:off x="3971562" y="1055749"/>
            <a:ext cx="18393" cy="1569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 Box 90"/>
          <p:cNvSpPr txBox="1"/>
          <p:nvPr/>
        </p:nvSpPr>
        <p:spPr>
          <a:xfrm>
            <a:off x="6385455" y="70890"/>
            <a:ext cx="1941003" cy="124355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Adaptation law for STSMC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 flipV="1">
            <a:off x="3010561" y="865961"/>
            <a:ext cx="295347" cy="24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28"/>
          <p:cNvSpPr txBox="1"/>
          <p:nvPr/>
        </p:nvSpPr>
        <p:spPr>
          <a:xfrm flipH="1">
            <a:off x="2181269" y="1866568"/>
            <a:ext cx="535555" cy="400837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4" name="Plus 113"/>
          <p:cNvSpPr/>
          <p:nvPr/>
        </p:nvSpPr>
        <p:spPr>
          <a:xfrm>
            <a:off x="2009607" y="4107780"/>
            <a:ext cx="125725" cy="192100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Minus 114"/>
          <p:cNvSpPr/>
          <p:nvPr/>
        </p:nvSpPr>
        <p:spPr>
          <a:xfrm>
            <a:off x="2168620" y="4235383"/>
            <a:ext cx="180873" cy="270113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 Box 45"/>
          <p:cNvSpPr txBox="1"/>
          <p:nvPr/>
        </p:nvSpPr>
        <p:spPr>
          <a:xfrm flipH="1">
            <a:off x="2659639" y="3912996"/>
            <a:ext cx="454886" cy="518616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5" name="Text Box 161"/>
          <p:cNvSpPr txBox="1"/>
          <p:nvPr/>
        </p:nvSpPr>
        <p:spPr>
          <a:xfrm rot="10800000" flipH="1" flipV="1">
            <a:off x="1479497" y="5627496"/>
            <a:ext cx="526489" cy="71073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r>
              <a:rPr lang="en-US" sz="2400" baseline="-250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5235201" y="2041356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Plus 153"/>
          <p:cNvSpPr/>
          <p:nvPr/>
        </p:nvSpPr>
        <p:spPr>
          <a:xfrm>
            <a:off x="2417067" y="5826124"/>
            <a:ext cx="125725" cy="192100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Minus 154"/>
          <p:cNvSpPr/>
          <p:nvPr/>
        </p:nvSpPr>
        <p:spPr>
          <a:xfrm>
            <a:off x="2627679" y="5971847"/>
            <a:ext cx="180873" cy="270113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 Box 47"/>
          <p:cNvSpPr txBox="1"/>
          <p:nvPr/>
        </p:nvSpPr>
        <p:spPr>
          <a:xfrm flipH="1">
            <a:off x="2661313" y="5138099"/>
            <a:ext cx="491495" cy="27898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/>
          <p:cNvCxnSpPr>
            <a:stCxn id="103" idx="2"/>
            <a:endCxn id="104" idx="0"/>
          </p:cNvCxnSpPr>
          <p:nvPr/>
        </p:nvCxnSpPr>
        <p:spPr>
          <a:xfrm>
            <a:off x="3989955" y="3001682"/>
            <a:ext cx="1571" cy="2112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04" idx="2"/>
            <a:endCxn id="105" idx="0"/>
          </p:cNvCxnSpPr>
          <p:nvPr/>
        </p:nvCxnSpPr>
        <p:spPr>
          <a:xfrm>
            <a:off x="3991526" y="5103936"/>
            <a:ext cx="0" cy="1473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32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37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MUSA DAUD</dc:creator>
  <cp:lastModifiedBy>MUSA DAUD</cp:lastModifiedBy>
  <cp:revision>111</cp:revision>
  <dcterms:created xsi:type="dcterms:W3CDTF">2025-10-06T10:13:10Z</dcterms:created>
  <dcterms:modified xsi:type="dcterms:W3CDTF">2026-01-21T17:49:05Z</dcterms:modified>
</cp:coreProperties>
</file>