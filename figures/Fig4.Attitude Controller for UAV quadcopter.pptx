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6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3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9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6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0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8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3298144" y="1212721"/>
            <a:ext cx="1383621" cy="17889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3301287" y="3212897"/>
            <a:ext cx="1380478" cy="18910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301287" y="5251254"/>
            <a:ext cx="1380478" cy="133705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2382716" y="5596743"/>
            <a:ext cx="668215" cy="6242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979898" y="3858812"/>
            <a:ext cx="532937" cy="62903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671438" y="1834627"/>
            <a:ext cx="559446" cy="57576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/>
          <p:cNvCxnSpPr>
            <a:stCxn id="121" idx="6"/>
            <a:endCxn id="103" idx="1"/>
          </p:cNvCxnSpPr>
          <p:nvPr/>
        </p:nvCxnSpPr>
        <p:spPr>
          <a:xfrm flipV="1">
            <a:off x="1230884" y="2107202"/>
            <a:ext cx="2067260" cy="15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07" idx="6"/>
            <a:endCxn id="104" idx="1"/>
          </p:cNvCxnSpPr>
          <p:nvPr/>
        </p:nvCxnSpPr>
        <p:spPr>
          <a:xfrm flipV="1">
            <a:off x="2512835" y="4158417"/>
            <a:ext cx="788452" cy="14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06" idx="6"/>
          </p:cNvCxnSpPr>
          <p:nvPr/>
        </p:nvCxnSpPr>
        <p:spPr>
          <a:xfrm>
            <a:off x="3050931" y="5908870"/>
            <a:ext cx="26377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6273658" y="1765348"/>
            <a:ext cx="2147534" cy="482295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0323292" y="1664147"/>
            <a:ext cx="1274884" cy="4135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957819" y="2425787"/>
            <a:ext cx="44566" cy="42695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2277585" y="4487849"/>
            <a:ext cx="17464" cy="22074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06" idx="4"/>
          </p:cNvCxnSpPr>
          <p:nvPr/>
        </p:nvCxnSpPr>
        <p:spPr>
          <a:xfrm flipH="1">
            <a:off x="2716823" y="6220997"/>
            <a:ext cx="1" cy="4743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1002385" y="6690940"/>
            <a:ext cx="10882344" cy="787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11869608" y="3371849"/>
            <a:ext cx="14314" cy="339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flipH="1">
            <a:off x="11598176" y="3371849"/>
            <a:ext cx="28574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17565" y="2140321"/>
            <a:ext cx="657227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>
            <a:endCxn id="107" idx="2"/>
          </p:cNvCxnSpPr>
          <p:nvPr/>
        </p:nvCxnSpPr>
        <p:spPr>
          <a:xfrm flipV="1">
            <a:off x="1490992" y="4173331"/>
            <a:ext cx="488906" cy="88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432089" y="3563792"/>
            <a:ext cx="18134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8406112" y="2758260"/>
            <a:ext cx="1918648" cy="135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 flipV="1">
            <a:off x="8412442" y="4515758"/>
            <a:ext cx="1862193" cy="153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 Box 32"/>
          <p:cNvSpPr txBox="1"/>
          <p:nvPr/>
        </p:nvSpPr>
        <p:spPr>
          <a:xfrm>
            <a:off x="10512613" y="3251290"/>
            <a:ext cx="1027636" cy="117284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Plant</a:t>
            </a:r>
          </a:p>
        </p:txBody>
      </p:sp>
      <p:sp>
        <p:nvSpPr>
          <p:cNvPr id="182" name="Text Box 171"/>
          <p:cNvSpPr txBox="1"/>
          <p:nvPr/>
        </p:nvSpPr>
        <p:spPr>
          <a:xfrm>
            <a:off x="9214338" y="4274617"/>
            <a:ext cx="572923" cy="43806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 Box 167"/>
          <p:cNvSpPr txBox="1"/>
          <p:nvPr/>
        </p:nvSpPr>
        <p:spPr>
          <a:xfrm>
            <a:off x="8993714" y="2486968"/>
            <a:ext cx="777071" cy="55610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 Box 172"/>
          <p:cNvSpPr txBox="1"/>
          <p:nvPr/>
        </p:nvSpPr>
        <p:spPr>
          <a:xfrm>
            <a:off x="9031114" y="3277264"/>
            <a:ext cx="696552" cy="45438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85" name="Straight Arrow Connector 184"/>
          <p:cNvCxnSpPr/>
          <p:nvPr/>
        </p:nvCxnSpPr>
        <p:spPr>
          <a:xfrm flipV="1">
            <a:off x="5312766" y="683486"/>
            <a:ext cx="956739" cy="9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/>
          <p:nvPr/>
        </p:nvCxnSpPr>
        <p:spPr>
          <a:xfrm>
            <a:off x="4689573" y="5819484"/>
            <a:ext cx="1573061" cy="29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103" idx="3"/>
          </p:cNvCxnSpPr>
          <p:nvPr/>
        </p:nvCxnSpPr>
        <p:spPr>
          <a:xfrm>
            <a:off x="4681765" y="2107202"/>
            <a:ext cx="1651500" cy="231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2224710" y="6606141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932438" y="6594338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2646484" y="6639400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Minus 205"/>
          <p:cNvSpPr/>
          <p:nvPr/>
        </p:nvSpPr>
        <p:spPr>
          <a:xfrm>
            <a:off x="889759" y="2162266"/>
            <a:ext cx="180873" cy="270113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Plus 209"/>
          <p:cNvSpPr/>
          <p:nvPr/>
        </p:nvSpPr>
        <p:spPr>
          <a:xfrm>
            <a:off x="688074" y="2044271"/>
            <a:ext cx="125725" cy="19210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 Box 8"/>
          <p:cNvSpPr txBox="1"/>
          <p:nvPr/>
        </p:nvSpPr>
        <p:spPr>
          <a:xfrm>
            <a:off x="3377551" y="1375439"/>
            <a:ext cx="1215615" cy="1456545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sliding surface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322269" y="38885"/>
            <a:ext cx="1298585" cy="10168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Text Box 52"/>
          <p:cNvSpPr txBox="1"/>
          <p:nvPr/>
        </p:nvSpPr>
        <p:spPr>
          <a:xfrm>
            <a:off x="3461570" y="273791"/>
            <a:ext cx="1037291" cy="29229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PSO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Text Box 11"/>
          <p:cNvSpPr txBox="1"/>
          <p:nvPr/>
        </p:nvSpPr>
        <p:spPr>
          <a:xfrm>
            <a:off x="3392474" y="3419315"/>
            <a:ext cx="1222729" cy="147231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 </a:t>
            </a: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sliding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surface</a:t>
            </a:r>
          </a:p>
        </p:txBody>
      </p:sp>
      <p:sp>
        <p:nvSpPr>
          <p:cNvPr id="220" name="Text Box 13"/>
          <p:cNvSpPr txBox="1"/>
          <p:nvPr/>
        </p:nvSpPr>
        <p:spPr>
          <a:xfrm>
            <a:off x="3377723" y="5326634"/>
            <a:ext cx="1237479" cy="1131941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sliding surface</a:t>
            </a:r>
          </a:p>
        </p:txBody>
      </p:sp>
      <p:cxnSp>
        <p:nvCxnSpPr>
          <p:cNvPr id="224" name="Straight Arrow Connector 223"/>
          <p:cNvCxnSpPr/>
          <p:nvPr/>
        </p:nvCxnSpPr>
        <p:spPr>
          <a:xfrm flipV="1">
            <a:off x="1596575" y="227067"/>
            <a:ext cx="1730105" cy="11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 flipV="1">
            <a:off x="1594049" y="5928757"/>
            <a:ext cx="831115" cy="1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>
            <a:off x="2303585" y="566089"/>
            <a:ext cx="1018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 Box 30"/>
          <p:cNvSpPr txBox="1"/>
          <p:nvPr/>
        </p:nvSpPr>
        <p:spPr>
          <a:xfrm>
            <a:off x="6386812" y="2404660"/>
            <a:ext cx="1908198" cy="287600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 Twisting sliding mode control algorithm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269506" y="38885"/>
            <a:ext cx="2147534" cy="16465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Straight Connector 231"/>
          <p:cNvCxnSpPr/>
          <p:nvPr/>
        </p:nvCxnSpPr>
        <p:spPr>
          <a:xfrm flipH="1">
            <a:off x="5312766" y="674307"/>
            <a:ext cx="11384" cy="5145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>
            <a:stCxn id="104" idx="3"/>
          </p:cNvCxnSpPr>
          <p:nvPr/>
        </p:nvCxnSpPr>
        <p:spPr>
          <a:xfrm flipV="1">
            <a:off x="4681765" y="4149626"/>
            <a:ext cx="1618470" cy="8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5242427" y="4067987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/>
          <p:cNvSpPr/>
          <p:nvPr/>
        </p:nvSpPr>
        <p:spPr>
          <a:xfrm>
            <a:off x="5227872" y="5738694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/>
          <p:cNvSpPr/>
          <p:nvPr/>
        </p:nvSpPr>
        <p:spPr>
          <a:xfrm>
            <a:off x="5254809" y="615565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231" idx="3"/>
          </p:cNvCxnSpPr>
          <p:nvPr/>
        </p:nvCxnSpPr>
        <p:spPr>
          <a:xfrm>
            <a:off x="8417040" y="862167"/>
            <a:ext cx="1426389" cy="29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421192" y="891616"/>
            <a:ext cx="1422237" cy="18666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5828485" y="4917298"/>
            <a:ext cx="442974" cy="723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 Box 90"/>
          <p:cNvSpPr txBox="1"/>
          <p:nvPr/>
        </p:nvSpPr>
        <p:spPr>
          <a:xfrm>
            <a:off x="6385455" y="70890"/>
            <a:ext cx="1941003" cy="124355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Adaptation law for STSMC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 flipV="1">
            <a:off x="3010561" y="865961"/>
            <a:ext cx="295347" cy="24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Plus 113"/>
          <p:cNvSpPr/>
          <p:nvPr/>
        </p:nvSpPr>
        <p:spPr>
          <a:xfrm>
            <a:off x="2009607" y="4107780"/>
            <a:ext cx="125725" cy="19210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Minus 114"/>
          <p:cNvSpPr/>
          <p:nvPr/>
        </p:nvSpPr>
        <p:spPr>
          <a:xfrm>
            <a:off x="2168620" y="4235383"/>
            <a:ext cx="180873" cy="270113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5235201" y="2041356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Plus 153"/>
          <p:cNvSpPr/>
          <p:nvPr/>
        </p:nvSpPr>
        <p:spPr>
          <a:xfrm>
            <a:off x="2417067" y="5826124"/>
            <a:ext cx="125725" cy="19210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Minus 154"/>
          <p:cNvSpPr/>
          <p:nvPr/>
        </p:nvSpPr>
        <p:spPr>
          <a:xfrm>
            <a:off x="2627679" y="5971847"/>
            <a:ext cx="180873" cy="270113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 Box 33"/>
          <p:cNvSpPr txBox="1"/>
          <p:nvPr/>
        </p:nvSpPr>
        <p:spPr>
          <a:xfrm flipH="1">
            <a:off x="2479929" y="6237889"/>
            <a:ext cx="549720" cy="32720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7" name="Text Box 33"/>
          <p:cNvSpPr txBox="1"/>
          <p:nvPr/>
        </p:nvSpPr>
        <p:spPr>
          <a:xfrm flipH="1">
            <a:off x="1396611" y="5689801"/>
            <a:ext cx="704886" cy="34287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q3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8" name="Text Box 47"/>
          <p:cNvSpPr txBox="1"/>
          <p:nvPr/>
        </p:nvSpPr>
        <p:spPr>
          <a:xfrm flipH="1">
            <a:off x="2578427" y="5110217"/>
            <a:ext cx="621730" cy="45649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Text Box 45"/>
          <p:cNvSpPr txBox="1"/>
          <p:nvPr/>
        </p:nvSpPr>
        <p:spPr>
          <a:xfrm flipH="1">
            <a:off x="2572100" y="3895989"/>
            <a:ext cx="633328" cy="36322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Text Box 28"/>
          <p:cNvSpPr txBox="1"/>
          <p:nvPr/>
        </p:nvSpPr>
        <p:spPr>
          <a:xfrm flipH="1">
            <a:off x="2166260" y="1885326"/>
            <a:ext cx="641152" cy="39304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1" name="Text Box 47"/>
          <p:cNvSpPr txBox="1"/>
          <p:nvPr/>
        </p:nvSpPr>
        <p:spPr>
          <a:xfrm flipH="1">
            <a:off x="2372470" y="620025"/>
            <a:ext cx="621730" cy="45649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" name="Text Box 45"/>
          <p:cNvSpPr txBox="1"/>
          <p:nvPr/>
        </p:nvSpPr>
        <p:spPr>
          <a:xfrm flipH="1">
            <a:off x="1661721" y="276309"/>
            <a:ext cx="633328" cy="36322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Text Box 28"/>
          <p:cNvSpPr txBox="1"/>
          <p:nvPr/>
        </p:nvSpPr>
        <p:spPr>
          <a:xfrm flipH="1">
            <a:off x="1118355" y="33599"/>
            <a:ext cx="641152" cy="39304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5" name="Text Box 34"/>
          <p:cNvSpPr txBox="1"/>
          <p:nvPr/>
        </p:nvSpPr>
        <p:spPr>
          <a:xfrm flipH="1">
            <a:off x="1104326" y="3976447"/>
            <a:ext cx="655180" cy="511401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6" name="Text Box 26"/>
          <p:cNvSpPr txBox="1"/>
          <p:nvPr/>
        </p:nvSpPr>
        <p:spPr>
          <a:xfrm flipH="1">
            <a:off x="2069908" y="4714596"/>
            <a:ext cx="559002" cy="43126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Text Box 25"/>
          <p:cNvSpPr txBox="1"/>
          <p:nvPr/>
        </p:nvSpPr>
        <p:spPr>
          <a:xfrm flipH="1">
            <a:off x="721121" y="2929780"/>
            <a:ext cx="605185" cy="460061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8" name="Text Box 160"/>
          <p:cNvSpPr txBox="1"/>
          <p:nvPr/>
        </p:nvSpPr>
        <p:spPr>
          <a:xfrm flipH="1">
            <a:off x="-72789" y="1843045"/>
            <a:ext cx="655565" cy="454277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q1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/>
          <p:cNvCxnSpPr>
            <a:stCxn id="217" idx="2"/>
            <a:endCxn id="103" idx="0"/>
          </p:cNvCxnSpPr>
          <p:nvPr/>
        </p:nvCxnSpPr>
        <p:spPr>
          <a:xfrm>
            <a:off x="3971562" y="1055749"/>
            <a:ext cx="18393" cy="1569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03" idx="2"/>
            <a:endCxn id="104" idx="0"/>
          </p:cNvCxnSpPr>
          <p:nvPr/>
        </p:nvCxnSpPr>
        <p:spPr>
          <a:xfrm>
            <a:off x="3989955" y="3001682"/>
            <a:ext cx="1571" cy="2112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04" idx="2"/>
            <a:endCxn id="105" idx="0"/>
          </p:cNvCxnSpPr>
          <p:nvPr/>
        </p:nvCxnSpPr>
        <p:spPr>
          <a:xfrm>
            <a:off x="3991526" y="5103936"/>
            <a:ext cx="0" cy="1473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588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36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MUSA DAUD</dc:creator>
  <cp:lastModifiedBy>MUSA DAUD</cp:lastModifiedBy>
  <cp:revision>120</cp:revision>
  <dcterms:created xsi:type="dcterms:W3CDTF">2025-10-06T10:13:10Z</dcterms:created>
  <dcterms:modified xsi:type="dcterms:W3CDTF">2026-01-21T17:50:58Z</dcterms:modified>
</cp:coreProperties>
</file>