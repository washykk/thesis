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8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6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7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7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8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0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7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2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AF3EF-98F0-4E8F-BA44-07B8EDF72DFC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0C7EA-9ABA-4272-8AE6-2759FEDEA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994281" y="1415561"/>
            <a:ext cx="3916973" cy="33586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7007470" y="1415561"/>
            <a:ext cx="3916973" cy="33586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12926" y="1213339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636493" y="1213339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632099" y="4404945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808539" y="4369776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8952767" y="3094892"/>
            <a:ext cx="6595" cy="16793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959362" y="3094892"/>
            <a:ext cx="196508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8959362" y="1415561"/>
            <a:ext cx="791307" cy="16793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875087" y="4985233"/>
            <a:ext cx="192551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2858602" y="3464169"/>
            <a:ext cx="1922216" cy="152985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2871791" y="3464167"/>
            <a:ext cx="0" cy="15298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800601" y="4844562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1" y="4844562"/>
                <a:ext cx="615461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777524" y="3279503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524" y="3279503"/>
                <a:ext cx="6154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489326" y="3002503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326" y="3002503"/>
                <a:ext cx="615461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2489326" y="5046813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326" y="5046813"/>
                <a:ext cx="615461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urved Left Arrow 64"/>
          <p:cNvSpPr/>
          <p:nvPr/>
        </p:nvSpPr>
        <p:spPr>
          <a:xfrm>
            <a:off x="11004125" y="4251078"/>
            <a:ext cx="496762" cy="87923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Curved Left Arrow 69"/>
          <p:cNvSpPr/>
          <p:nvPr/>
        </p:nvSpPr>
        <p:spPr>
          <a:xfrm rot="10800000">
            <a:off x="6404646" y="852851"/>
            <a:ext cx="734707" cy="11674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Curved Up Arrow 70"/>
          <p:cNvSpPr/>
          <p:nvPr/>
        </p:nvSpPr>
        <p:spPr>
          <a:xfrm rot="16200000">
            <a:off x="10531959" y="1083881"/>
            <a:ext cx="1167429" cy="70537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Curved Up Arrow 72"/>
          <p:cNvSpPr/>
          <p:nvPr/>
        </p:nvSpPr>
        <p:spPr>
          <a:xfrm rot="4687495">
            <a:off x="6239443" y="4358525"/>
            <a:ext cx="1245060" cy="7437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8635397" y="4791778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397" y="4791778"/>
                <a:ext cx="61546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9514872" y="1028673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872" y="1028673"/>
                <a:ext cx="61546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0937632" y="2910171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7632" y="2910171"/>
                <a:ext cx="61546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073538" y="2910171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538" y="2910171"/>
                <a:ext cx="6154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641871" y="2145327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871" y="2145327"/>
                <a:ext cx="61546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0674579" y="2055380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4579" y="2055380"/>
                <a:ext cx="6154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795732" y="5371912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732" y="5371912"/>
                <a:ext cx="61546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0592534" y="5268558"/>
                <a:ext cx="6154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534" y="5268558"/>
                <a:ext cx="61546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Up Arrow 86"/>
          <p:cNvSpPr/>
          <p:nvPr/>
        </p:nvSpPr>
        <p:spPr>
          <a:xfrm>
            <a:off x="8810145" y="609099"/>
            <a:ext cx="198567" cy="6042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8032888" y="272537"/>
                <a:ext cx="1839758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𝑃𝑖𝑡𝑐h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𝑓𝑜𝑟𝑤𝑎𝑟𝑑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888" y="272537"/>
                <a:ext cx="1839758" cy="369331"/>
              </a:xfrm>
              <a:prstGeom prst="rect">
                <a:avLst/>
              </a:prstGeom>
              <a:blipFill>
                <a:blip r:embed="rId14"/>
                <a:stretch>
                  <a:fillRect r="-1026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Left Arrow 88"/>
          <p:cNvSpPr/>
          <p:nvPr/>
        </p:nvSpPr>
        <p:spPr>
          <a:xfrm>
            <a:off x="6196314" y="3112072"/>
            <a:ext cx="811156" cy="2477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682013" y="2742741"/>
                <a:ext cx="1839758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𝑟𝑜𝑙𝑙</m:t>
                    </m:r>
                  </m:oMath>
                </a14:m>
                <a:r>
                  <a:rPr lang="en-US" i="1" dirty="0" smtClean="0"/>
                  <a:t> ( left)</a:t>
                </a:r>
                <a:endParaRPr lang="en-US" i="1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013" y="2742741"/>
                <a:ext cx="1839758" cy="369331"/>
              </a:xfrm>
              <a:prstGeom prst="rect">
                <a:avLst/>
              </a:prstGeom>
              <a:blipFill>
                <a:blip r:embed="rId15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/>
          <p:cNvCxnSpPr/>
          <p:nvPr/>
        </p:nvCxnSpPr>
        <p:spPr>
          <a:xfrm flipV="1">
            <a:off x="2892669" y="3094839"/>
            <a:ext cx="6066693" cy="1864023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09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994281" y="1415561"/>
            <a:ext cx="3916973" cy="33586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7007470" y="1415561"/>
            <a:ext cx="3916973" cy="33586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12926" y="1213339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636493" y="1213339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632099" y="4404945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808539" y="4369776"/>
            <a:ext cx="536332" cy="5714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8952767" y="3094892"/>
            <a:ext cx="6595" cy="16793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959362" y="3094892"/>
            <a:ext cx="196508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8959362" y="1415561"/>
            <a:ext cx="791307" cy="16793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1275988" y="6175387"/>
            <a:ext cx="1943165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1296755" y="4878524"/>
            <a:ext cx="1616681" cy="12968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1296755" y="4635819"/>
            <a:ext cx="9302" cy="15606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203768" y="5895132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68" y="5895132"/>
                <a:ext cx="61546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749161" y="4592976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161" y="4592976"/>
                <a:ext cx="6154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44629" y="4143335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29" y="4143335"/>
                <a:ext cx="6154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83642" y="6134866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42" y="6134866"/>
                <a:ext cx="61546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urved Left Arrow 64"/>
          <p:cNvSpPr/>
          <p:nvPr/>
        </p:nvSpPr>
        <p:spPr>
          <a:xfrm>
            <a:off x="11004125" y="4251078"/>
            <a:ext cx="496762" cy="87923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Curved Left Arrow 69"/>
          <p:cNvSpPr/>
          <p:nvPr/>
        </p:nvSpPr>
        <p:spPr>
          <a:xfrm rot="10800000">
            <a:off x="6404646" y="852851"/>
            <a:ext cx="734707" cy="11674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Curved Up Arrow 70"/>
          <p:cNvSpPr/>
          <p:nvPr/>
        </p:nvSpPr>
        <p:spPr>
          <a:xfrm rot="16200000">
            <a:off x="10531959" y="1083881"/>
            <a:ext cx="1167429" cy="70537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Curved Up Arrow 72"/>
          <p:cNvSpPr/>
          <p:nvPr/>
        </p:nvSpPr>
        <p:spPr>
          <a:xfrm rot="4687495">
            <a:off x="6239443" y="4358525"/>
            <a:ext cx="1245060" cy="74377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8635397" y="4791778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397" y="4791778"/>
                <a:ext cx="6154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9514872" y="1028673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872" y="1028673"/>
                <a:ext cx="61546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0937632" y="2815626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7632" y="2815626"/>
                <a:ext cx="61546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957019" y="2703831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019" y="2703831"/>
                <a:ext cx="61546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650387" y="336175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387" y="336175"/>
                <a:ext cx="61546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0745516" y="355036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5516" y="355036"/>
                <a:ext cx="61546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795732" y="5371912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732" y="5371912"/>
                <a:ext cx="61546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0592534" y="5268558"/>
                <a:ext cx="615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534" y="5268558"/>
                <a:ext cx="61546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Up Arrow 86"/>
          <p:cNvSpPr/>
          <p:nvPr/>
        </p:nvSpPr>
        <p:spPr>
          <a:xfrm>
            <a:off x="8810145" y="609099"/>
            <a:ext cx="198567" cy="6042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/>
              <p:cNvSpPr txBox="1"/>
              <p:nvPr/>
            </p:nvSpPr>
            <p:spPr>
              <a:xfrm>
                <a:off x="7344871" y="180437"/>
                <a:ext cx="18397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𝑃𝑖𝑡𝑐h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𝑓𝑜𝑟𝑤𝑎𝑟𝑑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871" y="180437"/>
                <a:ext cx="1839758" cy="523220"/>
              </a:xfrm>
              <a:prstGeom prst="rect">
                <a:avLst/>
              </a:prstGeom>
              <a:blipFill>
                <a:blip r:embed="rId14"/>
                <a:stretch>
                  <a:fillRect r="-49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Left Arrow 88"/>
          <p:cNvSpPr/>
          <p:nvPr/>
        </p:nvSpPr>
        <p:spPr>
          <a:xfrm>
            <a:off x="6196314" y="3112072"/>
            <a:ext cx="811156" cy="2477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826020" y="2479286"/>
                <a:ext cx="18397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𝑟𝑜𝑙𝑙</m:t>
                    </m:r>
                  </m:oMath>
                </a14:m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left </a:t>
                </a:r>
                <a:r>
                  <a:rPr lang="en-US" i="1" dirty="0"/>
                  <a:t>)</a:t>
                </a: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20" y="2479286"/>
                <a:ext cx="1839758" cy="523220"/>
              </a:xfrm>
              <a:prstGeom prst="rect">
                <a:avLst/>
              </a:prstGeom>
              <a:blipFill>
                <a:blip r:embed="rId1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/>
          <p:cNvCxnSpPr/>
          <p:nvPr/>
        </p:nvCxnSpPr>
        <p:spPr>
          <a:xfrm flipV="1">
            <a:off x="1291372" y="3090987"/>
            <a:ext cx="7618056" cy="3072514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80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21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MUSA DAUD</dc:creator>
  <cp:lastModifiedBy>HP</cp:lastModifiedBy>
  <cp:revision>59</cp:revision>
  <dcterms:created xsi:type="dcterms:W3CDTF">2026-02-22T11:38:40Z</dcterms:created>
  <dcterms:modified xsi:type="dcterms:W3CDTF">2026-02-24T18:37:41Z</dcterms:modified>
</cp:coreProperties>
</file>